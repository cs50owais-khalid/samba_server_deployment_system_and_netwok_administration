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56" r:id="rId5"/>
    <p:sldId id="294" r:id="rId6"/>
    <p:sldId id="292" r:id="rId7"/>
    <p:sldId id="258" r:id="rId8"/>
    <p:sldId id="261" r:id="rId9"/>
    <p:sldId id="293" r:id="rId10"/>
    <p:sldId id="288" r:id="rId11"/>
    <p:sldId id="286" r:id="rId12"/>
    <p:sldId id="287" r:id="rId13"/>
    <p:sldId id="289" r:id="rId14"/>
    <p:sldId id="290" r:id="rId15"/>
    <p:sldId id="291" r:id="rId16"/>
    <p:sldId id="264"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94660"/>
  </p:normalViewPr>
  <p:slideViewPr>
    <p:cSldViewPr snapToGrid="0">
      <p:cViewPr varScale="1">
        <p:scale>
          <a:sx n="78" d="100"/>
          <a:sy n="78" d="100"/>
        </p:scale>
        <p:origin x="384" y="9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2/3/2026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smtClean="0"/>
              <a:t>Samba Server</a:t>
            </a: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2</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3639354" y="4728560"/>
            <a:ext cx="4526925" cy="646331"/>
          </a:xfrm>
        </p:spPr>
        <p:txBody>
          <a:bodyPr/>
          <a:lstStyle/>
          <a:p>
            <a:r>
              <a:rPr lang="en-US" sz="4000" dirty="0" smtClean="0"/>
              <a:t>Samba in CentOS 7</a:t>
            </a:r>
            <a:endParaRPr lang="en-US" sz="4000" dirty="0"/>
          </a:p>
        </p:txBody>
      </p:sp>
    </p:spTree>
    <p:extLst>
      <p:ext uri="{BB962C8B-B14F-4D97-AF65-F5344CB8AC3E}">
        <p14:creationId xmlns:p14="http://schemas.microsoft.com/office/powerpoint/2010/main" val="297582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smtClean="0"/>
              <a:t>Table of Contents</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3</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3020274" y="1854471"/>
            <a:ext cx="6548729" cy="2586900"/>
          </a:xfrm>
        </p:spPr>
        <p:txBody>
          <a:bodyPr>
            <a:normAutofit/>
          </a:bodyPr>
          <a:lstStyle/>
          <a:p>
            <a:pPr marL="0" indent="0">
              <a:buNone/>
            </a:pPr>
            <a:r>
              <a:rPr lang="en-US" sz="2800" dirty="0" smtClean="0"/>
              <a:t>1. Introduction to Samba Server</a:t>
            </a:r>
          </a:p>
          <a:p>
            <a:pPr marL="0" indent="0">
              <a:buNone/>
            </a:pPr>
            <a:r>
              <a:rPr lang="en-US" sz="2800" dirty="0" smtClean="0"/>
              <a:t>2. Why Samba server?</a:t>
            </a:r>
          </a:p>
          <a:p>
            <a:pPr marL="0" indent="0">
              <a:buNone/>
            </a:pPr>
            <a:r>
              <a:rPr lang="en-US" sz="2800" dirty="0" smtClean="0"/>
              <a:t>3. Implementing Samba on CentOS 7</a:t>
            </a:r>
          </a:p>
          <a:p>
            <a:pPr marL="0" indent="0">
              <a:buNone/>
            </a:pPr>
            <a:r>
              <a:rPr lang="en-US" sz="2800" dirty="0" smtClean="0"/>
              <a:t>4. Accessing from windows</a:t>
            </a:r>
          </a:p>
          <a:p>
            <a:pPr marL="0" indent="0">
              <a:buNone/>
            </a:pPr>
            <a:r>
              <a:rPr lang="en-US" sz="2800" dirty="0" smtClean="0"/>
              <a:t>5. Conclusion</a:t>
            </a:r>
          </a:p>
          <a:p>
            <a:pPr marL="0" indent="0">
              <a:buNone/>
            </a:pPr>
            <a:endParaRPr lang="en-US" sz="2800" dirty="0"/>
          </a:p>
        </p:txBody>
      </p:sp>
    </p:spTree>
    <p:extLst>
      <p:ext uri="{BB962C8B-B14F-4D97-AF65-F5344CB8AC3E}">
        <p14:creationId xmlns:p14="http://schemas.microsoft.com/office/powerpoint/2010/main" val="97857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1637629"/>
            <a:ext cx="4694170" cy="535531"/>
          </a:xfrm>
        </p:spPr>
        <p:txBody>
          <a:bodyPr/>
          <a:lstStyle/>
          <a:p>
            <a:r>
              <a:rPr lang="en-US" dirty="0" smtClean="0"/>
              <a:t>Samba Sever</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5" name="Title 6">
            <a:extLst>
              <a:ext uri="{FF2B5EF4-FFF2-40B4-BE49-F238E27FC236}">
                <a16:creationId xmlns:a16="http://schemas.microsoft.com/office/drawing/2014/main" id="{7875C19A-1AAE-476A-A316-A2CF92D763D3}"/>
              </a:ext>
            </a:extLst>
          </p:cNvPr>
          <p:cNvSpPr txBox="1">
            <a:spLocks/>
          </p:cNvSpPr>
          <p:nvPr/>
        </p:nvSpPr>
        <p:spPr>
          <a:xfrm>
            <a:off x="444500" y="779808"/>
            <a:ext cx="3908559"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dirty="0" smtClean="0"/>
              <a:t>Introduction</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2282209"/>
            <a:ext cx="7154035" cy="2379944"/>
          </a:xfrm>
        </p:spPr>
        <p:txBody>
          <a:bodyPr/>
          <a:lstStyle/>
          <a:p>
            <a:pPr marL="0" indent="0">
              <a:buNone/>
            </a:pPr>
            <a:r>
              <a:rPr lang="en-US" sz="1800" dirty="0"/>
              <a:t>A Samba file server enables file sharing across different operating systems over a network. It lets you access your desktop files from a laptop and share files with Windows and macOS users</a:t>
            </a:r>
            <a:r>
              <a:rPr lang="en-US" sz="1800" dirty="0" smtClean="0"/>
              <a:t>. It also </a:t>
            </a:r>
            <a:r>
              <a:rPr lang="en-US" sz="1800" dirty="0"/>
              <a:t>uses the Server Message Block and Common Internet File System (SMB/CIFS) protocol, so the services created by running Samba are available to Linux, macOS, and Windows clients. It's an essential service to run in organizations that support multiple operating systems, and it's even useful on homogenous networks.</a:t>
            </a:r>
            <a:endParaRPr lang="en-US" sz="1800" dirty="0" smtClean="0"/>
          </a:p>
          <a:p>
            <a:pPr marL="0" indent="0">
              <a:buNone/>
            </a:pPr>
            <a:endParaRPr lang="en-US" sz="1800"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1551512"/>
            <a:ext cx="11214100" cy="535531"/>
          </a:xfrm>
        </p:spPr>
        <p:txBody>
          <a:bodyPr/>
          <a:lstStyle/>
          <a:p>
            <a:r>
              <a:rPr lang="en-US" dirty="0" smtClean="0"/>
              <a:t>Key Features</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11" name="Title 6">
            <a:extLst>
              <a:ext uri="{FF2B5EF4-FFF2-40B4-BE49-F238E27FC236}">
                <a16:creationId xmlns:a16="http://schemas.microsoft.com/office/drawing/2014/main" id="{7875C19A-1AAE-476A-A316-A2CF92D763D3}"/>
              </a:ext>
            </a:extLst>
          </p:cNvPr>
          <p:cNvSpPr txBox="1">
            <a:spLocks/>
          </p:cNvSpPr>
          <p:nvPr/>
        </p:nvSpPr>
        <p:spPr>
          <a:xfrm>
            <a:off x="444500" y="779808"/>
            <a:ext cx="3908559"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dirty="0" smtClean="0"/>
              <a:t>Introduction (cont</a:t>
            </a:r>
            <a:r>
              <a:rPr lang="en-US" dirty="0"/>
              <a:t>.</a:t>
            </a:r>
            <a:r>
              <a:rPr lang="en-US" dirty="0" smtClean="0"/>
              <a:t>)</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444500" y="2323217"/>
            <a:ext cx="7192672" cy="3684588"/>
          </a:xfrm>
        </p:spPr>
        <p:txBody>
          <a:bodyPr>
            <a:normAutofit/>
          </a:bodyPr>
          <a:lstStyle/>
          <a:p>
            <a:pPr marL="0" indent="0">
              <a:buNone/>
            </a:pPr>
            <a:r>
              <a:rPr lang="en-US" dirty="0" smtClean="0"/>
              <a:t>Key </a:t>
            </a:r>
            <a:r>
              <a:rPr lang="en-US" dirty="0"/>
              <a:t>features of Samba include</a:t>
            </a:r>
            <a:r>
              <a:rPr lang="en-US" dirty="0" smtClean="0"/>
              <a:t>:</a:t>
            </a:r>
          </a:p>
          <a:p>
            <a:r>
              <a:rPr lang="en-US" dirty="0"/>
              <a:t>Samba provides authentication services, allowing users to access shared resources with appropriate permissions</a:t>
            </a:r>
            <a:r>
              <a:rPr lang="en-US" dirty="0" smtClean="0"/>
              <a:t>.</a:t>
            </a:r>
          </a:p>
          <a:p>
            <a:r>
              <a:rPr lang="en-US" dirty="0"/>
              <a:t>It supports various authentication methods, including user-based authentication and domain authentication</a:t>
            </a:r>
            <a:r>
              <a:rPr lang="en-US" dirty="0" smtClean="0"/>
              <a:t>.</a:t>
            </a:r>
          </a:p>
          <a:p>
            <a:r>
              <a:rPr lang="en-US" dirty="0"/>
              <a:t>Samba has become a standard component of many Linux distributions and is widely used in both home and enterprise environments</a:t>
            </a:r>
            <a:endParaRPr lang="en-US" dirty="0" smtClean="0"/>
          </a:p>
          <a:p>
            <a:endParaRPr lang="en-US" dirty="0" smtClean="0"/>
          </a:p>
          <a:p>
            <a:pPr marL="0" indent="0">
              <a:buNone/>
            </a:pPr>
            <a:r>
              <a:rPr lang="en-US" dirty="0"/>
              <a:t>It's not difficult to set up, and all you need is at least one server you want to designate as a file-share </a:t>
            </a:r>
            <a:r>
              <a:rPr lang="en-US" dirty="0" smtClean="0"/>
              <a:t>host.</a:t>
            </a:r>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11" name="Title 6">
            <a:extLst>
              <a:ext uri="{FF2B5EF4-FFF2-40B4-BE49-F238E27FC236}">
                <a16:creationId xmlns:a16="http://schemas.microsoft.com/office/drawing/2014/main" id="{7875C19A-1AAE-476A-A316-A2CF92D763D3}"/>
              </a:ext>
            </a:extLst>
          </p:cNvPr>
          <p:cNvSpPr txBox="1">
            <a:spLocks/>
          </p:cNvSpPr>
          <p:nvPr/>
        </p:nvSpPr>
        <p:spPr>
          <a:xfrm>
            <a:off x="444500" y="779808"/>
            <a:ext cx="3908559"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dirty="0" smtClean="0"/>
              <a:t>Why Samba server?</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444500" y="1846699"/>
            <a:ext cx="7192672" cy="3684588"/>
          </a:xfrm>
        </p:spPr>
        <p:txBody>
          <a:bodyPr>
            <a:normAutofit/>
          </a:bodyPr>
          <a:lstStyle/>
          <a:p>
            <a:pPr marL="0" indent="0">
              <a:buNone/>
            </a:pPr>
            <a:r>
              <a:rPr lang="en-US" sz="2400" dirty="0" smtClean="0"/>
              <a:t>Advantages:</a:t>
            </a:r>
          </a:p>
          <a:p>
            <a:pPr marL="342900" indent="-342900">
              <a:buAutoNum type="arabicPeriod"/>
            </a:pPr>
            <a:r>
              <a:rPr lang="en-US" dirty="0" smtClean="0"/>
              <a:t>Samba </a:t>
            </a:r>
            <a:r>
              <a:rPr lang="en-US" dirty="0"/>
              <a:t>provides interoperability with Windows networking protocols, allowing </a:t>
            </a:r>
            <a:r>
              <a:rPr lang="en-US" dirty="0" smtClean="0"/>
              <a:t>CentOS 7 </a:t>
            </a:r>
            <a:r>
              <a:rPr lang="en-US" dirty="0"/>
              <a:t>servers to integrate smoothly into Windows-based networks. </a:t>
            </a:r>
            <a:endParaRPr lang="en-US" dirty="0" smtClean="0"/>
          </a:p>
          <a:p>
            <a:pPr marL="342900" indent="-342900">
              <a:buAutoNum type="arabicPeriod"/>
            </a:pPr>
            <a:r>
              <a:rPr lang="en-US" dirty="0"/>
              <a:t>Samba allows for seamless file and resource sharing between systems running different operating systems, such as Windows, Linux, and </a:t>
            </a:r>
            <a:r>
              <a:rPr lang="en-US" dirty="0" smtClean="0"/>
              <a:t>Unix.</a:t>
            </a:r>
          </a:p>
          <a:p>
            <a:pPr marL="342900" indent="-342900">
              <a:buAutoNum type="arabicPeriod"/>
            </a:pPr>
            <a:r>
              <a:rPr lang="en-US" dirty="0"/>
              <a:t>Samba is highly configurable and allows administrators to customize settings based on their specific requirements.</a:t>
            </a:r>
          </a:p>
        </p:txBody>
      </p:sp>
    </p:spTree>
    <p:extLst>
      <p:ext uri="{BB962C8B-B14F-4D97-AF65-F5344CB8AC3E}">
        <p14:creationId xmlns:p14="http://schemas.microsoft.com/office/powerpoint/2010/main" val="344612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IMPLEMENTING SAMBA I</a:t>
            </a:r>
            <a:r>
              <a:rPr lang="en-US" dirty="0" smtClean="0"/>
              <a:t>N </a:t>
            </a:r>
            <a:r>
              <a:rPr lang="en-US" dirty="0"/>
              <a:t>CENTOS 7</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422" y="4988624"/>
            <a:ext cx="6342666" cy="531914"/>
          </a:xfrm>
          <a:prstGeom prst="rect">
            <a:avLst/>
          </a:prstGeom>
        </p:spPr>
      </p:pic>
      <p:sp>
        <p:nvSpPr>
          <p:cNvPr id="7" name="Title 6">
            <a:extLst>
              <a:ext uri="{FF2B5EF4-FFF2-40B4-BE49-F238E27FC236}">
                <a16:creationId xmlns:a16="http://schemas.microsoft.com/office/drawing/2014/main" id="{7875C19A-1AAE-476A-A316-A2CF92D763D3}"/>
              </a:ext>
            </a:extLst>
          </p:cNvPr>
          <p:cNvSpPr txBox="1">
            <a:spLocks/>
          </p:cNvSpPr>
          <p:nvPr/>
        </p:nvSpPr>
        <p:spPr>
          <a:xfrm>
            <a:off x="581875" y="1449388"/>
            <a:ext cx="4900232"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Installing Samba in CentOS 7</a:t>
            </a:r>
            <a:endParaRPr lang="en-US" sz="24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581875" y="2124427"/>
            <a:ext cx="7192672" cy="2879847"/>
          </a:xfrm>
        </p:spPr>
        <p:txBody>
          <a:bodyPr>
            <a:normAutofit lnSpcReduction="10000"/>
          </a:bodyPr>
          <a:lstStyle/>
          <a:p>
            <a:pPr marL="0" indent="0">
              <a:buNone/>
            </a:pPr>
            <a:r>
              <a:rPr lang="en-US" dirty="0"/>
              <a:t>Prerequisites For Installing Samba on </a:t>
            </a:r>
            <a:r>
              <a:rPr lang="en-US" dirty="0" smtClean="0"/>
              <a:t>CentOS includes:</a:t>
            </a:r>
          </a:p>
          <a:p>
            <a:r>
              <a:rPr lang="en-US" sz="1600" dirty="0"/>
              <a:t>Samba works with all popular Linux/Unix-based OS, such as </a:t>
            </a:r>
            <a:r>
              <a:rPr lang="en-US" sz="1600" dirty="0" smtClean="0"/>
              <a:t>Ubuntu, CentOS</a:t>
            </a:r>
            <a:r>
              <a:rPr lang="en-US" sz="1600" dirty="0"/>
              <a:t>, and Red Hat Enterprise Linux</a:t>
            </a:r>
            <a:r>
              <a:rPr lang="en-US" sz="1600" dirty="0" smtClean="0"/>
              <a:t>.</a:t>
            </a:r>
          </a:p>
          <a:p>
            <a:r>
              <a:rPr lang="en-US" sz="1600" dirty="0"/>
              <a:t>You need to make sure that Samba is whitelisted and that the firewall allows the traffic through ports allocated to Samba</a:t>
            </a:r>
            <a:r>
              <a:rPr lang="en-US" sz="1600" dirty="0" smtClean="0"/>
              <a:t>.</a:t>
            </a:r>
          </a:p>
          <a:p>
            <a:r>
              <a:rPr lang="en-US" sz="1600" dirty="0"/>
              <a:t>You might need to create user accounts For Samba</a:t>
            </a:r>
            <a:r>
              <a:rPr lang="en-US" sz="1600" dirty="0" smtClean="0"/>
              <a:t>.</a:t>
            </a:r>
          </a:p>
          <a:p>
            <a:r>
              <a:rPr lang="en-US" sz="1600" dirty="0"/>
              <a:t>On </a:t>
            </a:r>
            <a:r>
              <a:rPr lang="en-US" sz="1600" dirty="0" smtClean="0"/>
              <a:t>CentOS, YUM </a:t>
            </a:r>
            <a:r>
              <a:rPr lang="en-US" sz="1600" dirty="0"/>
              <a:t>is a great option for managing packages and handling </a:t>
            </a:r>
            <a:r>
              <a:rPr lang="en-US" sz="1600" dirty="0" smtClean="0"/>
              <a:t>installation.</a:t>
            </a:r>
          </a:p>
          <a:p>
            <a:r>
              <a:rPr lang="en-US" sz="1600" dirty="0"/>
              <a:t>We’ll use the following command to install the Samba server, client, and related files.</a:t>
            </a:r>
            <a:endParaRPr lang="en-US" sz="1600" dirty="0" smtClean="0"/>
          </a:p>
          <a:p>
            <a:endParaRPr lang="en-US" dirty="0"/>
          </a:p>
        </p:txBody>
      </p:sp>
    </p:spTree>
    <p:extLst>
      <p:ext uri="{BB962C8B-B14F-4D97-AF65-F5344CB8AC3E}">
        <p14:creationId xmlns:p14="http://schemas.microsoft.com/office/powerpoint/2010/main" val="228437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IMPLEMENTING SAMBA </a:t>
            </a:r>
            <a:r>
              <a:rPr lang="en-US" dirty="0" smtClean="0"/>
              <a:t>IN </a:t>
            </a:r>
            <a:r>
              <a:rPr lang="en-US" dirty="0"/>
              <a:t>CENTOS </a:t>
            </a:r>
            <a:r>
              <a:rPr lang="en-US" dirty="0" smtClean="0"/>
              <a:t>7 </a:t>
            </a:r>
            <a:r>
              <a:rPr lang="en-US" dirty="0"/>
              <a:t>(cont</a:t>
            </a:r>
            <a:r>
              <a:rPr lang="en-US" dirty="0" smtClean="0"/>
              <a:t>.)</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1976629"/>
            <a:ext cx="8944198" cy="4533365"/>
          </a:xfrm>
          <a:prstGeom prst="rect">
            <a:avLst/>
          </a:prstGeom>
        </p:spPr>
      </p:pic>
      <p:sp>
        <p:nvSpPr>
          <p:cNvPr id="7" name="Title 6">
            <a:extLst>
              <a:ext uri="{FF2B5EF4-FFF2-40B4-BE49-F238E27FC236}">
                <a16:creationId xmlns:a16="http://schemas.microsoft.com/office/drawing/2014/main" id="{7875C19A-1AAE-476A-A316-A2CF92D763D3}"/>
              </a:ext>
            </a:extLst>
          </p:cNvPr>
          <p:cNvSpPr txBox="1">
            <a:spLocks/>
          </p:cNvSpPr>
          <p:nvPr/>
        </p:nvSpPr>
        <p:spPr>
          <a:xfrm>
            <a:off x="444500" y="1483377"/>
            <a:ext cx="4900232"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a:t>Enabling and starting the services</a:t>
            </a:r>
            <a:r>
              <a:rPr lang="en-US" sz="2400" dirty="0" smtClean="0"/>
              <a:t>:</a:t>
            </a:r>
            <a:endParaRPr lang="en-US" sz="2400" dirty="0"/>
          </a:p>
        </p:txBody>
      </p:sp>
    </p:spTree>
    <p:extLst>
      <p:ext uri="{BB962C8B-B14F-4D97-AF65-F5344CB8AC3E}">
        <p14:creationId xmlns:p14="http://schemas.microsoft.com/office/powerpoint/2010/main" val="575751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IMPLEMENTING SAMBA </a:t>
            </a:r>
            <a:r>
              <a:rPr lang="en-US" dirty="0" smtClean="0"/>
              <a:t>IN </a:t>
            </a:r>
            <a:r>
              <a:rPr lang="en-US" dirty="0"/>
              <a:t>CENTOS </a:t>
            </a:r>
            <a:r>
              <a:rPr lang="en-US" dirty="0" smtClean="0"/>
              <a:t>7 (</a:t>
            </a:r>
            <a:r>
              <a:rPr lang="en-US" dirty="0"/>
              <a:t>cont</a:t>
            </a:r>
            <a:r>
              <a:rPr lang="en-US" dirty="0" smtClean="0"/>
              <a:t>.)</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2195901"/>
            <a:ext cx="8029799" cy="3884237"/>
          </a:xfrm>
          <a:prstGeom prst="rect">
            <a:avLst/>
          </a:prstGeom>
        </p:spPr>
      </p:pic>
      <p:sp>
        <p:nvSpPr>
          <p:cNvPr id="7" name="Title 6">
            <a:extLst>
              <a:ext uri="{FF2B5EF4-FFF2-40B4-BE49-F238E27FC236}">
                <a16:creationId xmlns:a16="http://schemas.microsoft.com/office/drawing/2014/main" id="{7875C19A-1AAE-476A-A316-A2CF92D763D3}"/>
              </a:ext>
            </a:extLst>
          </p:cNvPr>
          <p:cNvSpPr txBox="1">
            <a:spLocks/>
          </p:cNvSpPr>
          <p:nvPr/>
        </p:nvSpPr>
        <p:spPr>
          <a:xfrm>
            <a:off x="444500" y="1650507"/>
            <a:ext cx="5726000"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Enabling firewall in CentOS 7</a:t>
            </a:r>
            <a:endParaRPr lang="en-US" sz="2400" dirty="0"/>
          </a:p>
        </p:txBody>
      </p:sp>
    </p:spTree>
    <p:extLst>
      <p:ext uri="{BB962C8B-B14F-4D97-AF65-F5344CB8AC3E}">
        <p14:creationId xmlns:p14="http://schemas.microsoft.com/office/powerpoint/2010/main" val="397897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smtClean="0"/>
              <a:t>IMPLEMENTING SAMBA IN </a:t>
            </a:r>
            <a:r>
              <a:rPr lang="en-US" dirty="0"/>
              <a:t>CENTOS </a:t>
            </a:r>
            <a:r>
              <a:rPr lang="en-US" dirty="0" smtClean="0"/>
              <a:t>7 (</a:t>
            </a:r>
            <a:r>
              <a:rPr lang="en-US" dirty="0"/>
              <a:t>cont</a:t>
            </a:r>
            <a:r>
              <a:rPr lang="en-US" dirty="0" smtClean="0"/>
              <a:t>.)</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7" name="Title 6">
            <a:extLst>
              <a:ext uri="{FF2B5EF4-FFF2-40B4-BE49-F238E27FC236}">
                <a16:creationId xmlns:a16="http://schemas.microsoft.com/office/drawing/2014/main" id="{7875C19A-1AAE-476A-A316-A2CF92D763D3}"/>
              </a:ext>
            </a:extLst>
          </p:cNvPr>
          <p:cNvSpPr txBox="1">
            <a:spLocks/>
          </p:cNvSpPr>
          <p:nvPr/>
        </p:nvSpPr>
        <p:spPr>
          <a:xfrm>
            <a:off x="444500" y="1650507"/>
            <a:ext cx="5726000"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Creating User and group in CentOS 7</a:t>
            </a:r>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2627014"/>
            <a:ext cx="5726000" cy="115967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500" y="4100604"/>
            <a:ext cx="5726000" cy="1089581"/>
          </a:xfrm>
          <a:prstGeom prst="rect">
            <a:avLst/>
          </a:prstGeom>
        </p:spPr>
      </p:pic>
    </p:spTree>
    <p:extLst>
      <p:ext uri="{BB962C8B-B14F-4D97-AF65-F5344CB8AC3E}">
        <p14:creationId xmlns:p14="http://schemas.microsoft.com/office/powerpoint/2010/main" val="149360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Implementing Samba i</a:t>
            </a:r>
            <a:r>
              <a:rPr lang="en-US" dirty="0" smtClean="0"/>
              <a:t>n CentOS 7? </a:t>
            </a:r>
            <a:r>
              <a:rPr lang="en-US" dirty="0"/>
              <a:t>(cont</a:t>
            </a:r>
            <a:r>
              <a:rPr lang="en-US" dirty="0" smtClean="0"/>
              <a:t>.)</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7" name="Title 6">
            <a:extLst>
              <a:ext uri="{FF2B5EF4-FFF2-40B4-BE49-F238E27FC236}">
                <a16:creationId xmlns:a16="http://schemas.microsoft.com/office/drawing/2014/main" id="{7875C19A-1AAE-476A-A316-A2CF92D763D3}"/>
              </a:ext>
            </a:extLst>
          </p:cNvPr>
          <p:cNvSpPr txBox="1">
            <a:spLocks/>
          </p:cNvSpPr>
          <p:nvPr/>
        </p:nvSpPr>
        <p:spPr>
          <a:xfrm>
            <a:off x="444500" y="1650507"/>
            <a:ext cx="5726000"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Server-side configuration in CentOS 7</a:t>
            </a:r>
            <a:endParaRPr lang="en-US" sz="24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3174936"/>
            <a:ext cx="5230709" cy="87634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9741" y="2075239"/>
            <a:ext cx="4314421" cy="3952074"/>
          </a:xfrm>
          <a:prstGeom prst="rect">
            <a:avLst/>
          </a:prstGeom>
        </p:spPr>
      </p:pic>
    </p:spTree>
    <p:extLst>
      <p:ext uri="{BB962C8B-B14F-4D97-AF65-F5344CB8AC3E}">
        <p14:creationId xmlns:p14="http://schemas.microsoft.com/office/powerpoint/2010/main" val="172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707" y="2475867"/>
            <a:ext cx="8745684" cy="2441795"/>
          </a:xfrm>
          <a:prstGeom prst="rect">
            <a:avLst/>
          </a:prstGeom>
        </p:spPr>
      </p:pic>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ACCESSING FROM </a:t>
            </a:r>
            <a:r>
              <a:rPr lang="en-US" dirty="0" smtClean="0"/>
              <a:t>WINDOWS</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7" name="Title 6">
            <a:extLst>
              <a:ext uri="{FF2B5EF4-FFF2-40B4-BE49-F238E27FC236}">
                <a16:creationId xmlns:a16="http://schemas.microsoft.com/office/drawing/2014/main" id="{7875C19A-1AAE-476A-A316-A2CF92D763D3}"/>
              </a:ext>
            </a:extLst>
          </p:cNvPr>
          <p:cNvSpPr txBox="1">
            <a:spLocks/>
          </p:cNvSpPr>
          <p:nvPr/>
        </p:nvSpPr>
        <p:spPr>
          <a:xfrm>
            <a:off x="596900" y="4058855"/>
            <a:ext cx="5726000"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Accessing files</a:t>
            </a:r>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2454106"/>
            <a:ext cx="4772861" cy="1087583"/>
          </a:xfrm>
          <a:prstGeom prst="rect">
            <a:avLst/>
          </a:prstGeom>
        </p:spPr>
      </p:pic>
      <p:sp>
        <p:nvSpPr>
          <p:cNvPr id="9" name="Title 6">
            <a:extLst>
              <a:ext uri="{FF2B5EF4-FFF2-40B4-BE49-F238E27FC236}">
                <a16:creationId xmlns:a16="http://schemas.microsoft.com/office/drawing/2014/main" id="{7875C19A-1AAE-476A-A316-A2CF92D763D3}"/>
              </a:ext>
            </a:extLst>
          </p:cNvPr>
          <p:cNvSpPr txBox="1">
            <a:spLocks/>
          </p:cNvSpPr>
          <p:nvPr/>
        </p:nvSpPr>
        <p:spPr>
          <a:xfrm>
            <a:off x="596900" y="1880180"/>
            <a:ext cx="5726000" cy="42473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2400" dirty="0" smtClean="0"/>
              <a:t>Accessing folders</a:t>
            </a:r>
            <a:endParaRPr lang="en-US" sz="2400"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499" y="4656428"/>
            <a:ext cx="6419939" cy="344325"/>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9730" y="1698930"/>
            <a:ext cx="3995670" cy="3995670"/>
          </a:xfrm>
          <a:prstGeom prst="rect">
            <a:avLst/>
          </a:prstGeom>
        </p:spPr>
      </p:pic>
    </p:spTree>
    <p:extLst>
      <p:ext uri="{BB962C8B-B14F-4D97-AF65-F5344CB8AC3E}">
        <p14:creationId xmlns:p14="http://schemas.microsoft.com/office/powerpoint/2010/main" val="6477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smtClean="0"/>
              <a:t>Conclusion</a:t>
            </a:r>
            <a:endParaRPr lang="en-US" dirty="0"/>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2"/>
            <a:ext cx="9402006" cy="1606915"/>
          </a:xfrm>
        </p:spPr>
        <p:txBody>
          <a:bodyPr/>
          <a:lstStyle/>
          <a:p>
            <a:r>
              <a:rPr lang="en-US" dirty="0"/>
              <a:t>In conclusion, deploying a Samba server on CentOS 7 enhances file-sharing capabilities across diverse operating systems, fostering seamless collaboration within a </a:t>
            </a:r>
            <a:r>
              <a:rPr lang="en-US" dirty="0" smtClean="0"/>
              <a:t>network.</a:t>
            </a:r>
          </a:p>
          <a:p>
            <a:r>
              <a:rPr lang="en-US" dirty="0" smtClean="0"/>
              <a:t>Samba </a:t>
            </a:r>
            <a:r>
              <a:rPr lang="en-US" dirty="0"/>
              <a:t>is a flexible networking protocol connecting Linux, Windows, and macOS machines. Samba is used to allow printer sharing between Windows and Linux systems. A Linux server can be added to a Windows network by setting it up as an Active Directory Domain Controller. If you want to exchange data between Windows and Linux systems, Samba is a viable option because it is simple to set up and use.</a:t>
            </a:r>
            <a:endParaRPr lang="en-US" dirty="0" smtClean="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a:t>
            </a:r>
            <a:r>
              <a:rPr lang="en-US" dirty="0" smtClean="0"/>
              <a:t>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documentManagement/types"/>
    <ds:schemaRef ds:uri="71af3243-3dd4-4a8d-8c0d-dd76da1f02a5"/>
    <ds:schemaRef ds:uri="16c05727-aa75-4e4a-9b5f-8a80a1165891"/>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purl.org/dc/dcmitype/"/>
    <ds:schemaRef ds:uri="http://schemas.openxmlformats.org/package/2006/metadata/core-properties"/>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561</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Tahoma</vt:lpstr>
      <vt:lpstr>Trade Gothic LT Pro</vt:lpstr>
      <vt:lpstr>Trebuchet MS</vt:lpstr>
      <vt:lpstr>Office Theme</vt:lpstr>
      <vt:lpstr>Samba Server</vt:lpstr>
      <vt:lpstr>Samba in CentOS 7</vt:lpstr>
      <vt:lpstr>Table of Contents</vt:lpstr>
      <vt:lpstr>Samba Sever</vt:lpstr>
      <vt:lpstr>Key Features</vt:lpstr>
      <vt:lpstr>PowerPoint Presentation</vt:lpstr>
      <vt:lpstr>IMPLEMENTING SAMBA IN CENTOS 7</vt:lpstr>
      <vt:lpstr>IMPLEMENTING SAMBA IN CENTOS 7 (cont.)</vt:lpstr>
      <vt:lpstr>IMPLEMENTING SAMBA IN CENTOS 7 (cont.)</vt:lpstr>
      <vt:lpstr>IMPLEMENTING SAMBA IN CENTOS 7 (cont.)</vt:lpstr>
      <vt:lpstr>Implementing Samba in CentOS 7? (cont.)</vt:lpstr>
      <vt:lpstr>ACCESSING FROM WINDOWS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2023-12-12T07:27:50Z</dcterms:created>
  <dcterms:modified xsi:type="dcterms:W3CDTF">2026-02-04T03:21:58Z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